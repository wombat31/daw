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8FCF-A14E-DF30-54FA-083F3412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6B92D-16C1-F343-E671-7E91E0637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517C4-4C59-476E-D0A8-68BDE158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F268-9DCF-43A2-AD2D-8014641F346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04CA2-2A76-EF7F-CD71-2890F26B6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787EF-F3FA-D0F9-31DD-7B8998AB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D2CE-AE01-42DC-B9CD-8DD5011C2A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458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C181-F88B-B972-9D7A-CEA31403C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0FC18-8A93-4783-03AC-8559E0B89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872A8-BEE3-C4C4-C8F4-CABA1A658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F268-9DCF-43A2-AD2D-8014641F346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DD6B2-653B-C6BE-8671-68FD5BE9E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6761A-4ECC-C56E-307C-E7A16493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D2CE-AE01-42DC-B9CD-8DD5011C2A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757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D0823-5C0F-9806-F834-FDC91262F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BD4FA-19DA-5298-AF49-7D54E95B8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7A376-96C8-5426-B5C9-C8428103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F268-9DCF-43A2-AD2D-8014641F346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80A62-F6A5-71D6-C76C-EDB95CD5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D4DF2-B836-7D93-59FA-AA4BA7A0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D2CE-AE01-42DC-B9CD-8DD5011C2A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98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08032-56D8-FD4D-73FF-22AB058D6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13A24-4C88-FD58-0145-15603835B4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31303-C7BE-AD4A-261B-75A172ABC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4E65B-6C00-0426-8B6A-FFC55823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F268-9DCF-43A2-AD2D-8014641F346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0E543-9722-16EB-821C-39B7642F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0266C-F2CA-3228-5756-AFCD5646A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D2CE-AE01-42DC-B9CD-8DD5011C2A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308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828F4-8AB2-5203-BCFF-7D0B18CD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37049-CFA1-E840-C3C9-1A1FDE6BA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A4F97-C1DD-6148-0DF7-4AA7AEC0F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57E1D6-6589-EDAE-60E4-9FF94FB49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AFA16-4E7C-82FB-0358-C18A4BCBD2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9A3AAE-C20B-8E1E-1C69-3FE73169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F268-9DCF-43A2-AD2D-8014641F346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B3D897-1326-B000-3324-5AE6EEF1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8FB3DE-BBC1-0E01-DF79-179A3937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D2CE-AE01-42DC-B9CD-8DD5011C2A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936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FDDA-B283-8B95-E017-877F4414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FBDA87-F099-D3ED-1F0F-9E0324945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F268-9DCF-43A2-AD2D-8014641F346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2C0C7-50B0-2B7A-8D85-B1F8AF62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31BC6-EA2D-233B-58AD-6963B0FD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D2CE-AE01-42DC-B9CD-8DD5011C2A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17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B765B-CB7F-23F3-3F30-CCDA494E8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F268-9DCF-43A2-AD2D-8014641F346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B8718-B2A6-2A6A-33EB-4BF1B8E93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B5708-B054-D3DD-2C05-5D9C9D699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D2CE-AE01-42DC-B9CD-8DD5011C2A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94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575A-9BD6-E464-8963-7E9B48F92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8E718-AFD1-BC42-96CF-B855A20AE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69394-A29C-DF00-685C-64055A4B2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9C854-E2DC-4575-A70B-2BECF647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F268-9DCF-43A2-AD2D-8014641F346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4430B-3491-2B37-97BF-343D901D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403E4-FBB1-94B2-2236-2BA55FE0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D2CE-AE01-42DC-B9CD-8DD5011C2A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68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11266-E1E1-DCD6-7A9A-73996604A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4F843-673E-0E27-D76E-90463CC217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3CCF4-6845-B4EC-D4E0-AF1AFFABB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B87C7-BAEF-D676-6712-CFF5C8B1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F268-9DCF-43A2-AD2D-8014641F346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DB9E6-6D02-B2D9-C7B4-903FDD780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CD644-654B-C025-D4B1-D4349A74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D2CE-AE01-42DC-B9CD-8DD5011C2A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298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5AE8-A0F1-8010-4FDD-0D42C0DA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E09582-CA7E-BF0F-B2C2-A16345C1C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E94F0-A93C-2CFE-DE93-BD1BD3106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F268-9DCF-43A2-AD2D-8014641F346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B607F-42E0-52AA-E369-E1EA0B90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EB3AF-90D1-5ADC-5F21-D8EBEA3D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D2CE-AE01-42DC-B9CD-8DD5011C2A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294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7E51F-1197-0E79-3F53-CAB36C462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0D7BD-183B-13B7-37A0-84A5F349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C8F7C-776A-A746-FCB2-28B53A37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F268-9DCF-43A2-AD2D-8014641F346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B9402-E1F1-0056-1B3B-A689702B8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747FA-AB05-AB2F-FE5B-8C108DC9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D2CE-AE01-42DC-B9CD-8DD5011C2A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64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297A1C-7370-4897-1D1B-C08294B2E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3E947-33BA-2349-8007-3BDA970E6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B3282-D758-7B97-2AC3-B4E75FD4B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4F268-9DCF-43A2-AD2D-8014641F346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BCF27-51C8-5A1E-F8F8-D03C05FFF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DFBC4-0327-2284-21F2-BEFC904AD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FD2CE-AE01-42DC-B9CD-8DD5011C2A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66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993B5-FA89-6F9D-6D08-33630A0156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Slides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85467-3009-1973-E217-226B3E46B3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41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Welham</dc:creator>
  <cp:lastModifiedBy>Justin Welham</cp:lastModifiedBy>
  <cp:revision>1</cp:revision>
  <dcterms:created xsi:type="dcterms:W3CDTF">2025-12-06T22:32:52Z</dcterms:created>
  <dcterms:modified xsi:type="dcterms:W3CDTF">2025-12-06T22:33:33Z</dcterms:modified>
</cp:coreProperties>
</file>